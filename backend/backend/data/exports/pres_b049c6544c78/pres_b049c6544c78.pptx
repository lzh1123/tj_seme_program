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18.0</c:v>
                </c:pt>
                <c:pt idx="2">
                  <c:v>15.0</c:v>
                </c:pt>
                <c:pt idx="3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9000"/>
            <a:ext cx="11124921" cy="272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语义 DSL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组件化渲染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可编辑 RenderTree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python-pptx 导出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847849"/>
            <a:ext cx="11124921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A9B7D0"/>
                </a:solidFill>
                <a:latin typeface="ui-sans-serif, system-ui, Segoe UI, Arial"/>
              </a:rPr>
              <a:t>AI + DSL + Renderer 驱动的演示生成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533399"/>
            <a:ext cx="11124921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RAG 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背景与目标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核心架构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DSL 设计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渲染与编辑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导出与扩展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内容导航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AI 只负责内容规划，不输出布局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Renderer 负责布局、样式、视觉结构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RenderTree JSON 用于实时预览与编辑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为什么需要 DSL + Renderer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386" y="3971925"/>
            <a:ext cx="1112492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88730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4635" y="1619250"/>
            <a:ext cx="2002485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User Input</a:t>
            </a:r>
            <a:br/>
            <a:r>
              <a:t>主题/约束</a:t>
            </a:r>
          </a:p>
        </p:txBody>
      </p:sp>
      <p:sp>
        <p:nvSpPr>
          <p:cNvPr id="5" name="Oval 4"/>
          <p:cNvSpPr/>
          <p:nvPr/>
        </p:nvSpPr>
        <p:spPr>
          <a:xfrm>
            <a:off x="3813714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69620" y="1619250"/>
            <a:ext cx="2002485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AI Pipeline</a:t>
            </a:r>
            <a:br/>
            <a:r>
              <a:t>意图→结构→DSL</a:t>
            </a:r>
          </a:p>
        </p:txBody>
      </p:sp>
      <p:sp>
        <p:nvSpPr>
          <p:cNvPr id="7" name="Oval 6"/>
          <p:cNvSpPr/>
          <p:nvPr/>
        </p:nvSpPr>
        <p:spPr>
          <a:xfrm>
            <a:off x="6038699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4604" y="1619250"/>
            <a:ext cx="2002485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Render Engine</a:t>
            </a:r>
            <a:br/>
            <a:r>
              <a:t>组件规划→布局→主题</a:t>
            </a:r>
          </a:p>
        </p:txBody>
      </p:sp>
      <p:sp>
        <p:nvSpPr>
          <p:cNvPr id="9" name="Oval 8"/>
          <p:cNvSpPr/>
          <p:nvPr/>
        </p:nvSpPr>
        <p:spPr>
          <a:xfrm>
            <a:off x="8263683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9589" y="1619250"/>
            <a:ext cx="2002485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Edit</a:t>
            </a:r>
            <a:br/>
            <a:r>
              <a:t>组件拖拽/改文案/换主题</a:t>
            </a:r>
          </a:p>
        </p:txBody>
      </p:sp>
      <p:sp>
        <p:nvSpPr>
          <p:cNvPr id="11" name="Oval 10"/>
          <p:cNvSpPr/>
          <p:nvPr/>
        </p:nvSpPr>
        <p:spPr>
          <a:xfrm>
            <a:off x="10488667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4573" y="1619250"/>
            <a:ext cx="2002485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Export</a:t>
            </a:r>
            <a:br/>
            <a:r>
              <a:t>RenderTree→PPTX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端到端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6266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预览延迟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&lt; 1s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1722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编辑粒度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178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导出链路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RenderTree→PPTX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系统能力 KPI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Strengths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语义与视觉解耦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可编辑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插件化扩展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570" y="16192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18730" y="17564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Weaknesses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初期组件有限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布局算法需迭代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40576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6" y="41948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Opportunities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企业知识库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模板生态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多端预览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570" y="40576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730" y="41948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Threats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数据安全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模型不稳定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格式兼容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SWOT：AI PPT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MVP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本地可跑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DSL v2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RenderTree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导出 PPTX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Editor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前端接入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拖拽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组件替换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版本管理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Ecosystem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插件生态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主题市场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组件市场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资产服务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2087827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1813507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Component Planner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语义→组件组合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2660" y="1619250"/>
            <a:ext cx="2087827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9820" y="1756410"/>
            <a:ext cx="1813507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Layout Planner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布局模板→绝对位置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1933" y="1619250"/>
            <a:ext cx="2087827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9093" y="1756410"/>
            <a:ext cx="1813507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Theme Engine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token→样式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1207" y="1619250"/>
            <a:ext cx="2087827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8367" y="1756410"/>
            <a:ext cx="1813507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RenderTree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预览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0480" y="1619250"/>
            <a:ext cx="2087827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07640" y="1756410"/>
            <a:ext cx="1813507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PPT Exporter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python-pptx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Renderer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33386" y="1619250"/>
          <a:ext cx="11124921" cy="4705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示例图表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5476738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6266" y="1802130"/>
            <a:ext cx="5110978" cy="433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AI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理解意图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规划结构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生成语义 DSL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570" y="1619250"/>
            <a:ext cx="5476738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450" y="1802130"/>
            <a:ext cx="5110978" cy="433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Renderer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布局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样式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组件组合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导出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AI vs Renderer 职责边界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模板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商务/科技/学术/极简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token 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组件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SWOT/Roadmap/流程图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图表/架构图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服务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资产服务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导出服务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AI 服务拆分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未来扩展方向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11124921" cy="1047749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10690"/>
            <a:ext cx="10850601" cy="86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API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FastAPI · DTO/Schema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386" y="2838450"/>
            <a:ext cx="11124921" cy="1047749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0546" y="2929890"/>
            <a:ext cx="10850601" cy="86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Service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AI Pipeline · Render Engine ·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4057650"/>
            <a:ext cx="11124921" cy="1047749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6" y="4149090"/>
            <a:ext cx="10850601" cy="86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Domain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DSL · RenderTree · ThemeTokens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386" y="5276850"/>
            <a:ext cx="11124921" cy="1047749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46" y="5368290"/>
            <a:ext cx="10850601" cy="864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Infra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Repo · Assets · MCP(可选)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服务分层与拆分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11124921" cy="470535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7706" y="1893570"/>
            <a:ext cx="10576281" cy="4156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E6EEF9"/>
                </a:solidFill>
                <a:latin typeface="ui-sans-serif, system-ui, Segoe UI, Arial"/>
              </a:defRPr>
            </a:pPr>
            <a:r>
              <a:t>“LLM 负责语义，Renderer 负责视觉。”</a:t>
            </a:r>
          </a:p>
          <a:p>
            <a:pPr algn="ctr">
              <a:defRPr sz="1600">
                <a:solidFill>
                  <a:srgbClr val="A9B7D0"/>
                </a:solidFill>
                <a:latin typeface="ui-sans-serif, system-ui, Segoe UI, Arial"/>
              </a:defRPr>
            </a:pPr>
            <a:r>
              <a:t>— Design Principle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386" y="533399"/>
            <a:ext cx="11124921" cy="57912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386" y="1981199"/>
            <a:ext cx="11124921" cy="231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4008119"/>
            <a:ext cx="11124921" cy="1158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9B7D0"/>
                </a:solidFill>
                <a:latin typeface="ui-sans-serif, system-ui, Segoe UI, Arial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AI Agent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Planner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意图分析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DSL 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Renderer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Engine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布局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主题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组件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Exporter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PPTX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python-pptx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格式兼容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参与角色（示例）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