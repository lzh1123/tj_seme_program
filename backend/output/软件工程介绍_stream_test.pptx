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Performance Trend Analysis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Acquisition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120</c:v>
                </c:pt>
                <c:pt idx="3">
                  <c:v>145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 u="none">
                <a:solidFill>
                  <a:srgbClr val="0078D7"/>
                </a:solidFill>
                <a:latin typeface="Segoe UI"/>
              </a:rPr>
              <a:t>软件工程基础概念与核心方法介绍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 u="none">
                <a:solidFill>
                  <a:srgbClr val="444444"/>
                </a:solidFill>
                <a:latin typeface="Segoe UI Light"/>
              </a:rPr>
              <a:t>结构化大纲驱动的自动化生成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B0F0"/>
                </a:solidFill>
                <a:latin typeface="Segoe UI"/>
              </a:rPr>
              <a:t>AI Generator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1. 封面 2. 目录 3. 引言 4. 核心概念 5. 开发方法 6. 质量保障 7. 工具与实践 8. 案例分析 9. 总结与Q&amp;A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软件工程基础概念与核心方法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sng">
                <a:solidFill>
                  <a:srgbClr val="0078D7"/>
                </a:solidFill>
                <a:latin typeface="Segoe UI"/>
              </a:rPr>
              <a:t>课程内容导航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软件工程定义与重要性 • 核心概念体系 • 主流开发方法 • 质量保障机制 • 工具与实践案例 • 总结与互动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什么是软件工程？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工程化方法开发维护软件系统 • 解决软件危机：预算超支/进度延迟/质量缺陷 •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核心目标：高效交付高质量软件产品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 u="none">
                <a:solidFill>
                  <a:srgbClr val="444444"/>
                </a:solidFill>
                <a:latin typeface="Segoe UI"/>
              </a:rPr>
              <a:t>• 与传统编程的区别：系统性 vs 局部性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软件生命周期模型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需求工程要点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99.9%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FFFFFF"/>
                </a:solidFill>
                <a:latin typeface="Segoe UI"/>
              </a:rPr>
              <a:t>可用性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2x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FFFFFF"/>
                </a:solidFill>
                <a:latin typeface="Segoe UI"/>
              </a:rPr>
              <a:t>交付效率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↓30%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FFFFFF"/>
                </a:solidFill>
                <a:latin typeface="Segoe UI"/>
              </a:rPr>
              <a:t>缺陷率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914400" y="36576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sng">
                <a:solidFill>
                  <a:srgbClr val="0078D7"/>
                </a:solidFill>
                <a:latin typeface="Segoe UI"/>
              </a:rPr>
              <a:t>传统瀑布模型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线性阶段递进开发 • 适用场景：需求明确/变更少的项目 • 文档驱动的里程碑管理 • 优缺点分析：可控性高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vs 灵活性低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敏捷开发实践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sng">
                <a:solidFill>
                  <a:srgbClr val="0078D7"/>
                </a:solidFill>
                <a:latin typeface="Segoe UI"/>
              </a:rPr>
              <a:t>DevOps文化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开发与运维的协作模式 • 基础设施即代码(IaC)实践 • 自动化测试与部署流水线 • 监控与日志分析体系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sng">
                <a:solidFill>
                  <a:srgbClr val="0078D7"/>
                </a:solidFill>
                <a:latin typeface="Segoe UI"/>
              </a:rPr>
              <a:t>软件测试策略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测试金字塔：单元/集成/端到端 • 黑盒 vs 白盒测试方法 • 测试驱动开发(TDD)流程 •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自动化测试工具选型建议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代码质量管理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sng">
                <a:solidFill>
                  <a:srgbClr val="0078D7"/>
                </a:solidFill>
                <a:latin typeface="Segoe UI"/>
              </a:rPr>
              <a:t>版本控制系统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Git核心工作流：分支/合并/冲突解决 • 代码仓库管理策略(Git Flow) •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提交信息规范与语义化版本 • 代码托管平台对比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sng">
                <a:solidFill>
                  <a:srgbClr val="0078D7"/>
                </a:solidFill>
                <a:latin typeface="Segoe UI"/>
              </a:rPr>
              <a:t>CI/CD实践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持续集成服务器配置 • 自动化构建与测试流程 • 部署流水线设计模式 • 基础设施自动化管理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开源项目开发流程解析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sng">
                <a:solidFill>
                  <a:srgbClr val="0078D7"/>
                </a:solidFill>
                <a:latin typeface="Segoe UI"/>
              </a:rPr>
              <a:t>核心要点回顾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软件工程：系统化方法解决复杂问题 • 选择合适生命周期模型与开发方法 • 质量保障贯穿全流程 •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工具链支撑工程效能提升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0psqsw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 u="none">
                <a:solidFill>
                  <a:srgbClr val="0078D7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 u="none">
                <a:solidFill>
                  <a:srgbClr val="444444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 u="none">
                <a:solidFill>
                  <a:srgbClr val="444444"/>
                </a:solidFill>
                <a:latin typeface="Segoe U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软件工程基础概念与核心方法介绍</dc:title>
  <dc:subject>软件工程基础概念与核心方法介绍</dc:subject>
  <dc:creator/>
  <cp:keywords>AI, PPT, MCP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