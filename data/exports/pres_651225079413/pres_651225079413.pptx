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展示标题、演讲者信息及主题背景，吸引学生注意力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列出本次演讲的主要章节，帮助听众了解内容结构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定义软件工程的概念、目标和核心思想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解释软件工程在解决软件危机、提高质量与效率方面的重要性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用流程图展示从需求到维护的完整生命周期阶段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介绍需求获取、分析、规格说明与验证的基本方法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讲解设计原则、架构设计、模块化与接口设计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对比瀑布模型与敏捷开发，说明各自适用场景与优劣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概述测试的目的、级别（单元、集成、系统）和常用方法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介绍维护的类型（纠正性、适应性、完善性、预防性）及其重要性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用时间线展示项目启动、计划、执行、监控与收尾的关键节点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阐述质量保证活动、标准（如ISO 9000、CMMI）及评审技术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分列展示开发环境、版本控制、测试与项目管理工具示例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讲解软件工程师的伦理责任、隐私与安全考量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引用经典名言总结软件工程的价值，激励学生深入学习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议程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议程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什么是软件工程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什么是软件工程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为什么需要软件工程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为什么需要软件工程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软件工程流程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软件工程流程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需求工程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需求工程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开发方法对比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开发方法对比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软件测试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软件维护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软件维护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软件项目管理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软件项目管理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软件质量保证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软件质量保证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常用工具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常用工具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职业道德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职业道德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676400"/>
            <a:ext cx="1097252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</a:p>
          <a:p>
            <a:pPr algn="l">
              <a:defRPr sz="1600">
                <a:solidFill>
                  <a:srgbClr val="111827"/>
                </a:solidFill>
                <a:latin typeface="Times New Roman, Georgia, serif"/>
              </a:defRPr>
            </a:pPr>
            <a:r>
              <a:t>• 结束语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609600"/>
            <a:ext cx="1097252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Times New Roman, Georgia, serif"/>
              </a:rPr>
              <a:t>结束语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