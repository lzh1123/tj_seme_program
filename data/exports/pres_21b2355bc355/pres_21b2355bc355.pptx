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展示课程主题、演讲者信息以及背景图片，营造欢迎和学术氛围。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列出后续幻灯片的主要内容，帮助新生了解整体结构。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用通俗语言解释软件工程的含义，强调其系统化、规范化的特点。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列举软件工程对开发质量、成本和协作的关键作用，激发新生兴趣。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以流程图展示需求、设计、编码、测试、部署等主要阶段，建立整体印象。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介绍需求分析的目的和方法，强调理解用户需求的重要性。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简述设计阶段的任务，包括架构设计、模块划分等，突出规划的价值。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说明编码是具体的实现环节，鼓励新生注重代码规范和团队协作。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解释测试的目的和常见类型，强调质量保证的必要性。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介绍软件交付后的持续维护工作，让新生理解开发不是一蹴而就。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通过对比两种主流方法，帮助新生了解不同开发模式的优缺点和适用场景。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以一句鼓舞人心的名言结束，鼓励新生踏上软件工程的学习之旅。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软件工程导论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今天我们将讨论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今天我们将讨论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学习软件工程的重要性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学习软件工程的重要性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软件开发生命周期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软件开发生命周期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第一步：需求分析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第一步：需求分析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第二步：系统设计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第二步：系统设计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第三步：编码与实现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第三步：编码与实现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第四步：测试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第四步：测试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第五步：部署与维护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第五步：部署与维护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瀑布模型 vs 敏捷开发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瀑布模型 vs 敏捷开发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软件工程改变世界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软件工程改变世界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