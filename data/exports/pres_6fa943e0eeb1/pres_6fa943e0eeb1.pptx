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开场幻灯片，介绍主题和听众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列出今天的介绍内容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解释软件工程的基本概念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展示从需求到维护的流程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介绍开发团队中的不同角色及其职责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给出新生如何入门软件工程的时间线建议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引用著名工程师的话激励新生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结束幻灯片，感谢观众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软件工程导论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软件工程导论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议程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议程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软件工程的定义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软件工程的定义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软件开发生命周期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软件开发生命周期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软件团队角色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软件团队角色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软件工程学习路线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软件工程学习路线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软件工程名言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软件工程名言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