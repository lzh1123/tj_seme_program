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吸引新生注意力，介绍讲座主题和讲师背景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列出讲座大纲，让新生了解整体结构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用简单语言解释软件工程的核心概念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对比软件工程与单纯编程的区别，强调工程化思维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展示从需求到维护的典型活动流程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用多列布局介绍需求、设计、构造、测试等关键领域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用时间线帮助新生理解软件工程起源于解决危机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以分层图形式展示典型软件架构（如 MVC）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 Brooks 等专家的名言，激励新生学习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过渡到软件团队与职业发展部分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 PM、开发、测试等角色，让新生理解协作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回顾核心要点，提供入门学习路径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今天的内容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今天的内容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软件工程的定义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 vs 程序设计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 vs 程序设计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软件开发流程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软件开发流程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软件工程的四大支柱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软件工程的四大支柱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软件工程发展简史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软件工程发展简史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软件体系结构概览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软件体系结构概览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名言分享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名言分享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为职业做准备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为职业做准备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软件团队角色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软件团队角色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总结与学习建议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总结与学习建议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