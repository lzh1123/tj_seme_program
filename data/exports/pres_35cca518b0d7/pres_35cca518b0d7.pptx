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传统LLM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问答准确率</c:v>
                </c:pt>
                <c:pt idx="1">
                  <c:v>事实一致性</c:v>
                </c:pt>
                <c:pt idx="2">
                  <c:v>用户满意度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65.0</c:v>
                </c:pt>
                <c:pt idx="1">
                  <c:v>55.0</c:v>
                </c:pt>
                <c:pt idx="2">
                  <c:v>70.0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问答准确率</c:v>
                </c:pt>
                <c:pt idx="1">
                  <c:v>事实一致性</c:v>
                </c:pt>
                <c:pt idx="2">
                  <c:v>用户满意度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92.0</c:v>
                </c:pt>
                <c:pt idx="1">
                  <c:v>88.0</c:v>
                </c:pt>
                <c:pt idx="2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封面页，展示主题、演讲者及受众定位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列出本次分享的五个主要部分：背景、概念、原理、架构、应用与未来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说明传统LLM的局限性（知识截止、幻觉、无法访问内部数据），引出RAG的动机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定义检索增强生成：结合外部知识库与LLM，在生成前进行检索以增强上下文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通过对比表格展示两者在知识源、上下文长度、幻觉风险、可更新性等方面的差异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展示RAG的核心组件：文档索引、向量数据库、检索模块、LLM和提示生成器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用流程图展示从用户查询→嵌入→检索→拼接提示→LLM生成→返回结果的完整过程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讲解如何将文档分块、转换为向量，并利用向量数据库（如FAISS）进行相似性搜索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说明如何将检索到的上下文与原始查询拼接成增强提示，并送入LLM生成答案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用柱状图或折线图展示引入RAG后，在问答准确率、事实一致性等指标上的提升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以时间线或路线图形式展示RAG的发展趋势及在客服、知识管理、问答等领域的落地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用一句话概括RAG的价值：低成本、高时效、减少幻觉，作为结束页引发思考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RAG介绍：检索增强生成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RAG介绍：检索增强生成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内容提纲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内容提纲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为什么需要RAG？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为什么需要RAG？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什么是RAG？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什么是RAG？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传统LLM vs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传统LLM vs RAG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RAG系统架构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RAG系统架构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RAG工作流程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RAG工作流程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检索组件：嵌入与向量数据库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检索组件：嵌入与向量数据库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生成组件：提示增强与LLM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生成组件：提示增强与LLM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09584" y="1676400"/>
          <a:ext cx="1097252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RAG性能提升示例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RAG的未来与应用场景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RAG的未来与应用场景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总结：让LLM掌握最新知识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总结：让LLM掌握最新知识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