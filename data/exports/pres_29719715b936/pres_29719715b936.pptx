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功能需求</c:v>
                </c:pt>
                <c:pt idx="1">
                  <c:v>非功能需求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70.0</c:v>
                </c:pt>
                <c:pt idx="1">
                  <c:v>30.0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用例数量（示意）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单元测试</c:v>
                </c:pt>
                <c:pt idx="1">
                  <c:v>集成测试</c:v>
                </c:pt>
                <c:pt idx="2">
                  <c:v>系统测试</c:v>
                </c:pt>
                <c:pt idx="3">
                  <c:v>验收测试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50.0</c:v>
                </c:pt>
                <c:pt idx="2">
                  <c:v>20.0</c:v>
                </c:pt>
                <c:pt idx="3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展示演讲标题、演讲者信息及主题概述，吸引学生注意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列出本次演讲的主要章节，帮助听众了解整体结构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给出软件工程的定义，强调系统化、规范化和可度量方法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过渡到软件过程主题，提示即将进入核心过程讲解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用流程图展示软件生命周期的主要阶段：需求、设计、实现、测试、维护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解释需求分析的重要性，介绍功能需求和非功能需求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用饼图或柱状图展示功能需求与非功能需求的典型比例，帮助理解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介绍设计阶段的目标：创建软件架构和详细设计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展示分层架构的示意图（表示层、业务层、数据层），说明各层职责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用三列分别介绍编码规范、版本控制、代码审查，每个列一个要点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阐述测试的目的：发现错误、保证质量，介绍测试阶段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用树图或层次图展示单元测试、集成测试、系统测试、验收测试的关系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解释维护的重要性，纠正性、适应性、完善性、预防性维护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用时间线展示不同类型维护在软件生命周期中的分布，强调维护成本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过渡到项目管理部分，提示开始讲解管理方面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介绍项目管理的核心要素：计划、估算、风险、进度、质量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对比两种主流开发模型的特点，帮助学生理解不同场景的选择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从优势、劣势、机会、威胁角度简要分析软件工程，引发思考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引用Fred Brooks或Winston Royce等名言，增加教育感染力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结尾致谢，鼓励提问，展示联系信息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议程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议程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什么是软件工程？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什么是软件工程？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软件过程概述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软件过程概述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软件生命周期阶段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软件生命周期阶段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需求分析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09584" y="1676400"/>
          <a:ext cx="1097252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需求分类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典型软件架构：分层架构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典型软件架构：分层架构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实现阶段关键实践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实现阶段关键实践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软件测试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09584" y="1676400"/>
          <a:ext cx="1097252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测试分类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软件维护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软件维护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维护活动的时间分布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维护活动的时间分布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项目管理基础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项目管理基础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软件项目管理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软件项目管理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瀑布模型 vs 敏捷开发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瀑布模型 vs 敏捷开发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Strengths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系统化方法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质量保证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可维护性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045" y="1676400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205" y="1813560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Weaknesses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文档负担重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学习曲线陡峭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预期与现实差距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4038599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744" y="4175759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Opportunities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AI辅助开发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DevOps实践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云原生技术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045" y="4038599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205" y="4175759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Threats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快速变化的技术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用户需求模糊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成本压力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软件工程的SWOT分析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名人名言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名人名言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感谢与提问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感谢与提问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